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5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6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917A-3D2A-580A-62A1-7348A38F4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501C7-3176-18F8-E5AA-2E05B5F9A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49018-422C-8700-C460-26C00270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D0F45-50E3-9BD9-9559-DE342E6B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83A0F-8D81-3E78-ADD3-BA91266C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0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D5E9-DB6C-9E1D-AC71-B2F4BDB5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F683D-0FAB-A296-BF30-821DDB325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2C528-E8DC-A226-941D-3F7CC012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A8C78-79AA-AD26-F988-7C16D260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1F3A0-C309-71EE-7792-77C9D475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6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58470-32B2-61E5-F67B-49ED7604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76A82-F8B6-15E5-15BF-9DCFCAF19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5E308-EA25-F71E-E3A5-D80CBBFE3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EF881-0C9B-31E4-35E8-19B1418D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97BE6-CE5F-FD2E-AD13-6839E8843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6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5C6B-9B7D-748B-4FC3-1E322E2C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572B8-F6BB-4BE1-AB5D-449927F68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F3B40-77EA-9EA9-0C13-396E3C2F1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DED26-BD13-7953-51DF-7093AC9F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61A9E-1D44-B4B7-C640-83047433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77902-CD2E-BFD0-0E1D-64B188E0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4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5977F-A6BF-2D25-5EEB-07C4D95B5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61F3B-FE36-719A-8CCF-9CE22167A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2CFED-65A7-9D5C-B6FE-24D7608C3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D8C695-1D3E-0575-8E98-791673125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15765-C4F4-BA6D-F3F2-2139F432A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F2F768-821C-0CF2-86E1-8DB59473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75E0A3-10A7-EC19-38DB-F0E7398F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0068D6-A902-79E1-E726-FA99AC5C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9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BF9A-08D0-B6FE-6E68-229707DB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9B5AA-AADD-2F31-6613-2CBE46AC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2114B-8090-7777-8811-0BCCF423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9948E-CE7F-07A1-BF9E-423053EE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3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B65DF-A1A3-B2C6-EFC3-5DD627A5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1131D-DD1B-2B4D-BA01-76F348204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87AEE-E57C-4246-7D7E-B3C46C80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2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7E05-8CD8-6D44-E772-E9AAB052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313A-06B1-A647-0538-394ED0FD4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B1627-2852-EF7E-AE5A-0A3B310B9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7D1C1-C9CF-65B3-D8EE-497233265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324A4-0962-E11D-0293-A9DA2170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BC174-6203-BF70-1F35-FFB2FB73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9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6159-6490-B92C-F20D-B428BD3B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E966E-1B81-30C9-6A29-E0F353D14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C9A23-DF9D-27E2-717C-25639A203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AD325-2C74-6674-6B38-B913DA17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9DD20-AA72-2258-26D9-E5C74919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3DE79-E2C7-6A45-222E-6DCB38FB7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3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B8CE-922E-1EAE-2F45-855F9A00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21CD9-1607-EE2C-02A4-7BBCC58A9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7D366-91F4-EB0A-A691-FB74E108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5AD8B-6BD4-229A-6889-73041600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E4088-584C-6DB3-FD89-D9E59017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C250FB-2443-D0BE-8970-4CC9932F2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4AD7F-1F7A-06A9-4967-13D97D89E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37C9-578A-9C67-8147-AFD35A19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4613E-B888-38F9-B980-D76E5A02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5BF71-C5C9-D003-66AE-C8E8C1DA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8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1A78F-B9B4-E6F3-3C7B-AE59748B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20FA1-9D8C-A6F9-E53C-28DB2D9DA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3BE51-211B-F720-4345-D51F37368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A4ACA-080D-2846-BC7A-301AD37AA2E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CBE30-452D-07DB-2359-096AD6959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D0A1-AE11-D5FF-83D1-0AA43F75C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5077D-AADB-A74F-4381-9E4A71860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5A1717-EF5E-4E81-3547-BFF19DAA9735}"/>
              </a:ext>
            </a:extLst>
          </p:cNvPr>
          <p:cNvSpPr/>
          <p:nvPr/>
        </p:nvSpPr>
        <p:spPr>
          <a:xfrm>
            <a:off x="8501448" y="148281"/>
            <a:ext cx="3599303" cy="6398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10A75-8F00-ECDE-87D5-0BF289DFFB3B}"/>
              </a:ext>
            </a:extLst>
          </p:cNvPr>
          <p:cNvSpPr/>
          <p:nvPr/>
        </p:nvSpPr>
        <p:spPr>
          <a:xfrm>
            <a:off x="135934" y="148281"/>
            <a:ext cx="7858882" cy="6398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42879C-E7BB-FDDB-25BF-A2B63BB81216}"/>
                  </a:ext>
                </a:extLst>
              </p:cNvPr>
              <p:cNvSpPr/>
              <p:nvPr/>
            </p:nvSpPr>
            <p:spPr>
              <a:xfrm>
                <a:off x="4464428" y="2731071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Discrepancy Posterior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42879C-E7BB-FDDB-25BF-A2B63BB812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428" y="2731071"/>
                <a:ext cx="3263144" cy="1456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AF06798-4C7B-59F4-61B3-92A61FC76EEE}"/>
                  </a:ext>
                </a:extLst>
              </p:cNvPr>
              <p:cNvSpPr/>
              <p:nvPr/>
            </p:nvSpPr>
            <p:spPr>
              <a:xfrm>
                <a:off x="231424" y="573329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Prior Distribution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AF06798-4C7B-59F4-61B3-92A61FC76E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24" y="573329"/>
                <a:ext cx="3263144" cy="1456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A76BBC5-E840-74DD-A75D-8CE3B905A94F}"/>
                  </a:ext>
                </a:extLst>
              </p:cNvPr>
              <p:cNvSpPr/>
              <p:nvPr/>
            </p:nvSpPr>
            <p:spPr>
              <a:xfrm>
                <a:off x="231424" y="4894130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Noise Model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∼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A76BBC5-E840-74DD-A75D-8CE3B905A9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24" y="4894130"/>
                <a:ext cx="3263144" cy="1456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48102AF-15DD-A96B-AB59-209D58ED4411}"/>
                  </a:ext>
                </a:extLst>
              </p:cNvPr>
              <p:cNvSpPr/>
              <p:nvPr/>
            </p:nvSpPr>
            <p:spPr>
              <a:xfrm>
                <a:off x="231424" y="2731071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Discrepancy Parameterization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48102AF-15DD-A96B-AB59-209D58ED44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24" y="2731071"/>
                <a:ext cx="3263144" cy="1456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C66D90-B334-22F0-98D3-83B8304E36B2}"/>
                  </a:ext>
                </a:extLst>
              </p:cNvPr>
              <p:cNvSpPr/>
              <p:nvPr/>
            </p:nvSpPr>
            <p:spPr>
              <a:xfrm>
                <a:off x="8697432" y="2731071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Optimization Solution Posterior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C66D90-B334-22F0-98D3-83B8304E3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432" y="2731071"/>
                <a:ext cx="3263144" cy="1456660"/>
              </a:xfrm>
              <a:prstGeom prst="rect">
                <a:avLst/>
              </a:prstGeom>
              <a:blipFill>
                <a:blip r:embed="rId6"/>
                <a:stretch>
                  <a:fillRect l="-1158" r="-1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FDF8C7-3985-1A6B-67EF-CD009F3C4C29}"/>
              </a:ext>
            </a:extLst>
          </p:cNvPr>
          <p:cNvCxnSpPr>
            <a:cxnSpLocks/>
          </p:cNvCxnSpPr>
          <p:nvPr/>
        </p:nvCxnSpPr>
        <p:spPr>
          <a:xfrm>
            <a:off x="7727572" y="3447044"/>
            <a:ext cx="96986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363CBE-7D46-3AE7-961C-AB6C7A07433E}"/>
              </a:ext>
            </a:extLst>
          </p:cNvPr>
          <p:cNvCxnSpPr>
            <a:cxnSpLocks/>
          </p:cNvCxnSpPr>
          <p:nvPr/>
        </p:nvCxnSpPr>
        <p:spPr>
          <a:xfrm>
            <a:off x="3494568" y="3450745"/>
            <a:ext cx="96986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D8C9EC7-5B82-CFD7-7DF3-16FD29FCF72B}"/>
                  </a:ext>
                </a:extLst>
              </p:cNvPr>
              <p:cNvSpPr/>
              <p:nvPr/>
            </p:nvSpPr>
            <p:spPr>
              <a:xfrm>
                <a:off x="8697432" y="307182"/>
                <a:ext cx="3263144" cy="14566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Low-Fidelity Optimization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D8C9EC7-5B82-CFD7-7DF3-16FD29FCF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432" y="307182"/>
                <a:ext cx="3263144" cy="14566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B496FF6-0D4D-2226-9417-277102B904E9}"/>
                  </a:ext>
                </a:extLst>
              </p:cNvPr>
              <p:cNvSpPr/>
              <p:nvPr/>
            </p:nvSpPr>
            <p:spPr>
              <a:xfrm>
                <a:off x="4464428" y="310896"/>
                <a:ext cx="3263144" cy="14566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High-Fidelity Data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B496FF6-0D4D-2226-9417-277102B904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428" y="310896"/>
                <a:ext cx="3263144" cy="1456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036B66-CAF2-CD85-0116-9CABB81FFA9F}"/>
              </a:ext>
            </a:extLst>
          </p:cNvPr>
          <p:cNvCxnSpPr>
            <a:cxnSpLocks/>
          </p:cNvCxnSpPr>
          <p:nvPr/>
        </p:nvCxnSpPr>
        <p:spPr>
          <a:xfrm>
            <a:off x="10415016" y="1776198"/>
            <a:ext cx="0" cy="9858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E46B71-DE7E-E3BF-26FC-74309364308F}"/>
              </a:ext>
            </a:extLst>
          </p:cNvPr>
          <p:cNvCxnSpPr>
            <a:cxnSpLocks/>
          </p:cNvCxnSpPr>
          <p:nvPr/>
        </p:nvCxnSpPr>
        <p:spPr>
          <a:xfrm>
            <a:off x="6093105" y="1771853"/>
            <a:ext cx="0" cy="9858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9337E3E-AA40-C6F9-C5FF-CE6DE7E0FAC7}"/>
              </a:ext>
            </a:extLst>
          </p:cNvPr>
          <p:cNvCxnSpPr>
            <a:cxnSpLocks/>
          </p:cNvCxnSpPr>
          <p:nvPr/>
        </p:nvCxnSpPr>
        <p:spPr>
          <a:xfrm>
            <a:off x="3494568" y="2029989"/>
            <a:ext cx="969860" cy="70108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E3486E-B97D-74BB-82D1-C473A08F1760}"/>
              </a:ext>
            </a:extLst>
          </p:cNvPr>
          <p:cNvCxnSpPr>
            <a:cxnSpLocks/>
          </p:cNvCxnSpPr>
          <p:nvPr/>
        </p:nvCxnSpPr>
        <p:spPr>
          <a:xfrm flipV="1">
            <a:off x="3494568" y="4205682"/>
            <a:ext cx="969860" cy="7017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7FCAF6-2DD2-E47D-80BB-DAD72B259D3F}"/>
              </a:ext>
            </a:extLst>
          </p:cNvPr>
          <p:cNvSpPr txBox="1"/>
          <p:nvPr/>
        </p:nvSpPr>
        <p:spPr>
          <a:xfrm>
            <a:off x="5302578" y="5438614"/>
            <a:ext cx="1581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Discrepancy</a:t>
            </a:r>
          </a:p>
          <a:p>
            <a:pPr algn="ctr"/>
            <a:r>
              <a:rPr lang="en-US" dirty="0"/>
              <a:t>Calibration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CAA36-CFD1-1162-4BB8-43E853A64639}"/>
              </a:ext>
            </a:extLst>
          </p:cNvPr>
          <p:cNvSpPr txBox="1"/>
          <p:nvPr/>
        </p:nvSpPr>
        <p:spPr>
          <a:xfrm>
            <a:off x="9454837" y="5438615"/>
            <a:ext cx="1892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Optimal Solution Updating</a:t>
            </a:r>
          </a:p>
        </p:txBody>
      </p:sp>
    </p:spTree>
    <p:extLst>
      <p:ext uri="{BB962C8B-B14F-4D97-AF65-F5344CB8AC3E}">
        <p14:creationId xmlns:p14="http://schemas.microsoft.com/office/powerpoint/2010/main" val="1631231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63</Words>
  <Application>Microsoft Macintosh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Hart, Joseph Lee</dc:creator>
  <cp:lastModifiedBy>Hart, Joseph Lee</cp:lastModifiedBy>
  <cp:revision>2</cp:revision>
  <dcterms:created xsi:type="dcterms:W3CDTF">2025-03-12T21:19:29Z</dcterms:created>
  <dcterms:modified xsi:type="dcterms:W3CDTF">2025-04-02T15:20:12Z</dcterms:modified>
</cp:coreProperties>
</file>